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16" y="-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804AB-D45B-4ACD-A192-77A8A11D618E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19442-5220-48D4-9F23-2ACB17089A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868680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Noida, Uttar Pradesh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and Database Management Systems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 Virtual Internship  |  April – June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8046720" cy="1783080"/>
          </a:xfrm>
          <a:prstGeom prst="roundRect">
            <a:avLst>
              <a:gd name="adj" fmla="val 4103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29260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</a:t>
            </a: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59" y="3328416"/>
            <a:ext cx="512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smtClean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</a:t>
            </a: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CS-2341315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30752"/>
            <a:ext cx="54801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</a:t>
            </a:r>
            <a:r>
              <a:rPr lang="en-US" sz="1500" b="1" dirty="0" smtClean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                 </a:t>
            </a:r>
            <a:r>
              <a:rPr lang="en-US" sz="16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CSE AIML &amp; 7</a:t>
            </a:r>
            <a:r>
              <a:rPr lang="en-US" sz="1600" baseline="30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Semester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133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41330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54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Weeks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Jun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32888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32888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532888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– EduSkills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08576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08576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608576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84264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84264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DBMS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684264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7432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EdTech &amp; Skill Development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AICTE; under the patronage of the National Internship Portal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certified  |  Great Place To Work certified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Structure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structured learning plan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assessments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assignments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Test in the last week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from overall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54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large volumes of data. It must be stored in well-designed databases, queried efficiently, secured, integrated with applications through APIs, and presented as insights. This internship connects all of these steps, ending with a data-driven business analytics dashboard.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846320" y="1600200"/>
            <a:ext cx="438912" cy="438912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5453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relational databases and write advanced SQL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2194560"/>
            <a:ext cx="438912" cy="438912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21396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NoSQL (MongoDB) and ETL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2788920"/>
            <a:ext cx="438912" cy="438912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27340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data with Power BI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46320" y="3383280"/>
            <a:ext cx="438912" cy="438912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3383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3284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APIs with Node.js/Express &amp; FastAPI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46320" y="3977640"/>
            <a:ext cx="438912" cy="438912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39227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performance, security &amp; backup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Learning Roadmap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7393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207008"/>
            <a:ext cx="384048" cy="384048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16459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Foundations &amp; Relational Design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167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modeling, normalization, DDL/DML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32888" y="109728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42616" y="1207008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42616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99816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42616" y="16459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&amp; MongoDB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642616" y="2167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GROUP BY, CRUD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08576" y="109728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18304" y="1207008"/>
            <a:ext cx="384048" cy="384048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18304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75504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718304" y="16459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Aggregation, ETL &amp; Power BI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718304" y="2167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transformations, first dashboards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84264" y="109728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93992" y="1207008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9399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51192" y="1207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793992" y="16459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Node.js Integration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793992" y="2167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PostgreSQL, Express CRUD APIs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288036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" y="2990088"/>
            <a:ext cx="384048" cy="384048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92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24128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4290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APIs with FastAPI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SQLAlchemy, REST APIs, requests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532888" y="288036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642616" y="2990088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642616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099816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2642616" y="34290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Performance, Security &amp; Backup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2642616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roles, SQL injection, backup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4608576" y="288036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18304" y="2990088"/>
            <a:ext cx="384048" cy="384048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718304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175504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718304" y="34290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High Availability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4718304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Replication, sharding, case studies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684264" y="288036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93992" y="2990088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793992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7251192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6793992" y="34290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NoSQL &amp; Capstone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6793992" y="39502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pipeline, time series,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System Architecture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54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123444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17373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files, REST APIs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38528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121408" y="11430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EDEEF5"/>
          </a:solidFill>
          <a:ln w="12700">
            <a:solidFill>
              <a:srgbClr val="EDEE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94560" y="123444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17373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clean, transform, load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602736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785616" y="11430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58768" y="123444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858768" y="17373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(SQL)  |  MongoDB (NoSQL)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66944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49824" y="11430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EDEEF5"/>
          </a:solidFill>
          <a:ln w="12700">
            <a:solidFill>
              <a:srgbClr val="EDEE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22976" y="123444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522976" y="17373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Node.js/Express, FastAPI/SQLAlchemy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931152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7114032" y="11430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87184" y="123444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187184" y="17373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DAX, dashboard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Concepts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57200" y="3520440"/>
            <a:ext cx="516636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3520440"/>
            <a:ext cx="516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110996" y="3520440"/>
            <a:ext cx="1124712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10996" y="352044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372868" y="3520440"/>
            <a:ext cx="864108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372868" y="352044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374136" y="3520440"/>
            <a:ext cx="1472184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374136" y="352044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DAX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983480" y="3520440"/>
            <a:ext cx="1732788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83480" y="3520440"/>
            <a:ext cx="1732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853428" y="352044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3428" y="3520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FastAPI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7200" y="4023360"/>
            <a:ext cx="1124712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402336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719072" y="4023360"/>
            <a:ext cx="1037844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719072" y="4023360"/>
            <a:ext cx="1037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2894076" y="4023360"/>
            <a:ext cx="950976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894076" y="402336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3982212" y="4023360"/>
            <a:ext cx="2167128" cy="384048"/>
          </a:xfrm>
          <a:prstGeom prst="roundRect">
            <a:avLst>
              <a:gd name="adj" fmla="val 47619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982212" y="402336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Sharding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Business Analytics Dashboard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54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10972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80160" y="10972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Clean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with SQL and ETL, fix quality issues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43000" y="17830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80160" y="17830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Combine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databases; merge API and other datasets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43000" y="24688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80160" y="2468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relationships and DAX measures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31546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80160" y="31546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decision-making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4300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80160" y="3840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NoSQL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aggregation, indexing, time series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23560" y="1097280"/>
            <a:ext cx="3063240" cy="3337560"/>
          </a:xfrm>
          <a:prstGeom prst="roundRect">
            <a:avLst>
              <a:gd name="adj" fmla="val 2388"/>
            </a:avLst>
          </a:prstGeom>
          <a:solidFill>
            <a:srgbClr val="EDEEF5"/>
          </a:solidFill>
          <a:ln w="12700">
            <a:solidFill>
              <a:srgbClr val="EDEE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064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Performance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80644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query optimization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permissions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Replication, sharding,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6032"/>
            <a:ext cx="457200" cy="4846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47548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schemas with ER modeling and SQL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280160"/>
            <a:ext cx="365760" cy="36576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and MongoDB aggregation pipelines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280160"/>
            <a:ext cx="365760" cy="36576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Power BI data models, DAX and dashboards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CRUD APIs with Node.js/Express and FastAPI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4612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rgbClr val="7B1E2E"/>
          </a:solidFill>
          <a:ln w="12700">
            <a:solidFill>
              <a:srgbClr val="7B1E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Scale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tuning, access control, backup, high availability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7EFF0"/>
          </a:solidFill>
          <a:ln w="12700">
            <a:solidFill>
              <a:srgbClr val="F7EF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72200" y="3017520"/>
            <a:ext cx="365760" cy="36576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72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Delivery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analytics dashboard as capstone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gave a complete view of database management: from designing a relational schema to delivering business insights through a dashboard, using both SQL and NoSQL systems.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C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and real-time data pipelines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with scheduled dashboard refresh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replication, sharding and backup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364" y="1051560"/>
            <a:ext cx="3632835" cy="3611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608</Words>
  <Application>Microsoft Office PowerPoint</Application>
  <PresentationFormat>On-screen Show (16:9)</PresentationFormat>
  <Paragraphs>160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9</cp:revision>
  <dcterms:created xsi:type="dcterms:W3CDTF">2026-09-29T09:38:24Z</dcterms:created>
  <dcterms:modified xsi:type="dcterms:W3CDTF">2026-09-29T18:36:18Z</dcterms:modified>
</cp:coreProperties>
</file>